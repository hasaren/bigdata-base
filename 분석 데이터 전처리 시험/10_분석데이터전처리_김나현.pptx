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5D79BF-4490-4C50-A556-8C2C600D0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5" y="320970"/>
            <a:ext cx="7109765" cy="19681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75C021-BE45-4C71-9483-1A71118DD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56" y="2413891"/>
            <a:ext cx="3334215" cy="37247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C0CB48-7121-40AD-84C8-F8E7D6B80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753" y="2931442"/>
            <a:ext cx="2162477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B2A263-BF06-4385-82D2-D355DBF6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64" y="321124"/>
            <a:ext cx="10755226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365227-B8C6-4354-A9DF-65B11839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5" y="1271704"/>
            <a:ext cx="11415069" cy="314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A4B68F-AD2F-4375-AB6A-6EF2327267E1}"/>
              </a:ext>
            </a:extLst>
          </p:cNvPr>
          <p:cNvSpPr txBox="1"/>
          <p:nvPr/>
        </p:nvSpPr>
        <p:spPr>
          <a:xfrm>
            <a:off x="511728" y="385894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이상치 탐지 및 처리</a:t>
            </a:r>
          </a:p>
        </p:txBody>
      </p:sp>
    </p:spTree>
    <p:extLst>
      <p:ext uri="{BB962C8B-B14F-4D97-AF65-F5344CB8AC3E}">
        <p14:creationId xmlns:p14="http://schemas.microsoft.com/office/powerpoint/2010/main" val="247085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0B7A8A-C06D-4725-A0BF-0D83FF6E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4" y="450926"/>
            <a:ext cx="5134692" cy="22482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8142F5-8AA1-4E8D-9086-D2056467F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608" y="1092842"/>
            <a:ext cx="497274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1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6DE6A5-CCCD-41E5-9549-B957387C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6" y="966444"/>
            <a:ext cx="693516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3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957E51-B971-46D9-9F72-C2A393FF2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2138182"/>
            <a:ext cx="1014554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3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2DD21D-71AF-4AD6-B3FF-8C871A204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1376076"/>
            <a:ext cx="8002117" cy="41058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B794DD-7291-4773-8997-736E21D556DE}"/>
              </a:ext>
            </a:extLst>
          </p:cNvPr>
          <p:cNvSpPr txBox="1"/>
          <p:nvPr/>
        </p:nvSpPr>
        <p:spPr>
          <a:xfrm>
            <a:off x="511728" y="385894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범주형 변수 인코딩</a:t>
            </a:r>
          </a:p>
        </p:txBody>
      </p:sp>
    </p:spTree>
    <p:extLst>
      <p:ext uri="{BB962C8B-B14F-4D97-AF65-F5344CB8AC3E}">
        <p14:creationId xmlns:p14="http://schemas.microsoft.com/office/powerpoint/2010/main" val="44805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098202-1732-47BD-8C1E-D5EA1724A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9" y="273765"/>
            <a:ext cx="11564964" cy="2686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B55BA5-3235-419B-8ABB-FD6AD3D42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42" y="3897811"/>
            <a:ext cx="8059275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5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418D5F-022F-4C7C-AA3F-463E1D555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3081289"/>
            <a:ext cx="8145012" cy="695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483E3C-A002-447D-B039-B49BCD8B42AE}"/>
              </a:ext>
            </a:extLst>
          </p:cNvPr>
          <p:cNvSpPr txBox="1"/>
          <p:nvPr/>
        </p:nvSpPr>
        <p:spPr>
          <a:xfrm>
            <a:off x="511728" y="385894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파생변수 생성 및 스케일링</a:t>
            </a:r>
          </a:p>
        </p:txBody>
      </p:sp>
    </p:spTree>
    <p:extLst>
      <p:ext uri="{BB962C8B-B14F-4D97-AF65-F5344CB8AC3E}">
        <p14:creationId xmlns:p14="http://schemas.microsoft.com/office/powerpoint/2010/main" val="294327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C7892D-8117-4F63-8A73-FDFEE10F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90" y="1066470"/>
            <a:ext cx="6230219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8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21C71E-9835-4ABA-937B-9021006B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6" y="1522872"/>
            <a:ext cx="5644597" cy="30312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3A442D-C862-4E21-89C2-4680C5BE2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55" y="1471394"/>
            <a:ext cx="5010849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1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793DEB-DC10-4D37-B1BD-EACEB6BE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03" y="1240107"/>
            <a:ext cx="11778144" cy="42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3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101</Words>
  <Application>Microsoft Office PowerPoint</Application>
  <PresentationFormat>와이드스크린</PresentationFormat>
  <Paragraphs>14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22</cp:revision>
  <dcterms:created xsi:type="dcterms:W3CDTF">2026-03-10T17:23:29Z</dcterms:created>
  <dcterms:modified xsi:type="dcterms:W3CDTF">2026-07-28T01:48:52Z</dcterms:modified>
</cp:coreProperties>
</file>