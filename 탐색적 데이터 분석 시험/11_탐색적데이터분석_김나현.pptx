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탐색적데이터분석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  <a:p>
            <a:pPr fontAlgn="base" latinLnBrk="1"/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탐색적 데이터 분석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[2001010511_21v4]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57A684-E8A3-475D-BADF-61988EB6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38" y="132435"/>
            <a:ext cx="7853683" cy="27012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41F2F3-9945-4CC1-B58A-ADEE32C81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38" y="3015293"/>
            <a:ext cx="2342116" cy="30943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241D3A-3A8C-4194-9F4D-99CA90AB4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391" y="3015293"/>
            <a:ext cx="7563906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722813-962C-445A-A77F-1BEFD2A4F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15" y="182342"/>
            <a:ext cx="7659169" cy="295316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AA7D119-8247-4765-9E8D-E1FB2F941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15" y="3515609"/>
            <a:ext cx="6182588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F5AC47-B22D-4C72-9D0B-971C2F00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51" y="170996"/>
            <a:ext cx="3418149" cy="17833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8D9CDD-019A-4F4E-B934-618F336F1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39" y="2709699"/>
            <a:ext cx="4124571" cy="33422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5D0E41-7A65-4976-94A7-69A845CA0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833" y="2563779"/>
            <a:ext cx="3875716" cy="34881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864F54-9019-4CEF-9A14-A537F4A82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830" y="2885648"/>
            <a:ext cx="3499261" cy="316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CC6CE4-412E-47B3-836F-9345490749A7}"/>
              </a:ext>
            </a:extLst>
          </p:cNvPr>
          <p:cNvSpPr txBox="1"/>
          <p:nvPr/>
        </p:nvSpPr>
        <p:spPr>
          <a:xfrm>
            <a:off x="687898" y="4446165"/>
            <a:ext cx="10033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월평균구매금액은 </a:t>
            </a:r>
            <a:r>
              <a:rPr lang="ko-KR" altLang="en-US" dirty="0" err="1"/>
              <a:t>왜도</a:t>
            </a:r>
            <a:r>
              <a:rPr lang="en-US" altLang="ko-KR" dirty="0"/>
              <a:t>(Skewness)</a:t>
            </a:r>
            <a:r>
              <a:rPr lang="ko-KR" altLang="en-US" dirty="0"/>
              <a:t>가 </a:t>
            </a:r>
            <a:r>
              <a:rPr lang="en-US" altLang="ko-KR" dirty="0"/>
              <a:t>0.914</a:t>
            </a:r>
            <a:r>
              <a:rPr lang="ko-KR" altLang="en-US" dirty="0"/>
              <a:t>로 양</a:t>
            </a:r>
            <a:r>
              <a:rPr lang="en-US" altLang="ko-KR" dirty="0"/>
              <a:t>(+)</a:t>
            </a:r>
            <a:r>
              <a:rPr lang="ko-KR" altLang="en-US" dirty="0"/>
              <a:t>의 </a:t>
            </a:r>
            <a:r>
              <a:rPr lang="ko-KR" altLang="en-US" dirty="0" err="1"/>
              <a:t>왜도를</a:t>
            </a:r>
            <a:r>
              <a:rPr lang="ko-KR" altLang="en-US" dirty="0"/>
              <a:t> 보여 오른쪽으로 긴 꼬리를 가진 분포를 나타낸다</a:t>
            </a:r>
            <a:r>
              <a:rPr lang="en-US" altLang="ko-KR" dirty="0"/>
              <a:t>. </a:t>
            </a:r>
            <a:r>
              <a:rPr lang="ko-KR" altLang="en-US" dirty="0"/>
              <a:t>대부분의 고객은 비교적 낮거나 중간 수준의 구매금액을 보이며</a:t>
            </a:r>
            <a:r>
              <a:rPr lang="en-US" altLang="ko-KR" dirty="0"/>
              <a:t>, </a:t>
            </a:r>
            <a:r>
              <a:rPr lang="ko-KR" altLang="en-US" dirty="0"/>
              <a:t>일부 고객의 높은 구매금액이 분포의 오른쪽 꼬리를 형성하는 것으로 해석된다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87DFDC-5CAE-4BAD-9A67-6156824B8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26" y="2234146"/>
            <a:ext cx="7325747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7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C77670-B2C2-4818-8B10-CDED5B62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32" y="268351"/>
            <a:ext cx="3277057" cy="13717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34ACD4-A655-412E-B88B-38643C906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95" y="1822453"/>
            <a:ext cx="6449325" cy="20386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C0DEB4-8F5B-4CE4-82C3-4AEBB9AC1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311" y="2044964"/>
            <a:ext cx="4544206" cy="363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09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0C4086-9F35-4F44-A038-4EC5E296E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20" y="721454"/>
            <a:ext cx="5767880" cy="51602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02CBB6-A4A3-41D6-9113-F609352C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427" y="721454"/>
            <a:ext cx="4753768" cy="521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4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71460F-B273-452D-811B-29B9BDEFD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1438697"/>
            <a:ext cx="9373908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5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603DE8-2885-41DB-BF1D-D820F815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56" y="204729"/>
            <a:ext cx="9107171" cy="32389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C6DFF1-0A3E-4A2F-AB00-A8AE676D4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328" y="2223980"/>
            <a:ext cx="4267156" cy="422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A0DA72-6090-4154-BAA8-234567003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3478"/>
            <a:ext cx="11277600" cy="385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6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112</Words>
  <Application>Microsoft Office PowerPoint</Application>
  <PresentationFormat>와이드스크린</PresentationFormat>
  <Paragraphs>11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21</cp:revision>
  <dcterms:created xsi:type="dcterms:W3CDTF">2026-03-10T17:23:29Z</dcterms:created>
  <dcterms:modified xsi:type="dcterms:W3CDTF">2026-07-28T03:22:49Z</dcterms:modified>
</cp:coreProperties>
</file>